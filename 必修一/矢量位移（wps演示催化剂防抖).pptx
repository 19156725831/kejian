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png" ContentType="image/png"/>
  <Default Extension="rels" ContentType="application/vnd.openxmlformats-package.relationships+xml"/>
  <Override PartName="/customXml/itemProps67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webExtension1.xml" ContentType="application/vnd.wps-officedocument.webExtension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6"/>
        <p:guide pos="384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image" Target="../media/image1.png"/><Relationship Id="rId2" Type="http://www.wps.cn/officeDocument/2018/webExtension" Target="../webExtensions/webExtension1.xml" TargetMode="External"/><Relationship Id="rId1" Type="http://www.wps.cn/officeDocument/2018/webExtension" Target="../webExtensions/webExtension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矢量位移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30917388-cdb6-4ede-b175-093731451c68.html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xtLst>
            <a:ext uri="{8CAD56D8-0F58-4FB8-B24C-77498146470C}">
              <wpswe:webExtensionRef xmlns:wpswe="http://www.wps.cn/officeDocument/2018/webExtension" r:id="rId2"/>
            </a:ext>
            <wpswe:webExtensionRef xmlns:wpswe="http://www.wps.cn/officeDocument/2018/webExtension" r:id="rId2"/>
          </a:extLst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package" Target="../embeddings/Workbook1.xlsx"/></Relationships>
</file>

<file path=ppt/webExtensions/webExtension1.xml><?xml version="1.0" encoding="utf-8"?>
<wpswe:webExtension xmlns:wpswe="http://www.wps.cn/officeDocument/2018/webExtension" xmlns:webet="https://web.wps.cn/et/2018/main" webet:type="Normal" type="0" webet:id="">
  <wpswe:extSource id="webshape" version="1.0"/>
  <wpswe:properties/>
  <wpswe:watchingCache>
    <wpswe:linkPath>C:/Users/19156/AppData/Local/Temp/wps.VGpEJJ/Workbook1.xlsx</wpswe:linkPath>
  </wpswe:watchingCache>
  <wpswe:snapshot xmlns:r="http://schemas.openxmlformats.org/officeDocument/2006/relationships" r:embed="rId2"/>
  <wpswe:externalData xmlns:r="http://schemas.openxmlformats.org/officeDocument/2006/relationships" r:id="rId1"/>
  <wpswe:url>http://localhost:7893//Users/19156/AppData/Local/Temp/30917388-cdb6-4ede-b175-093731451c68.html</wpswe:url>
  <wpswe:constantSnapshot>false</wpswe:constantSnapshot>
</wps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item1.xml><?xml version="1.0" encoding="utf-8"?>
<root>
  <fileName fileContentsBase64="PCFET0NUWVBFIGh0bWw+CjxodG1sIGxhbmc9InpoLUNOIj4KPGhlYWQ+CiAgICA8bWV0YSBjaGFyc2V0PSJVVEYtOCIgLz4KICAgIDxtZXRhIG5hbWU9InZpZXdwb3J0IiBjb250ZW50PSJ3aWR0aD1kZXZpY2Utd2lkdGgsIGluaXRpYWwtc2NhbGU9MS4wIiAvPgogICAgPHRpdGxlPuefoumHj+S9jeenuzwvdGl0bGU+CiAgICA8c3R5bGU+CiAgICAgICAgKiB7CiAgICAgICAgICAgIG1hcmdpbjogMDsKICAgICAgICAgICAgcGFkZGluZzogMDsKICAgICAgICAgICAgYm94LXNpemluZzogYm9yZGVyLWJveDsKICAgICAgICB9CiAgICAgICAgYm9keSB7CiAgICAgICAgICAgIGZvbnQtZmFtaWx5OiAnU2Vnb2UgVUknLCAnUGluZ0ZhbmcgU0MnLCBSb2JvdG8sIHNhbnMtc2VyaWY7CiAgICAgICAgICAgIGJhY2tncm91bmQ6ICNlZWYyZjc7CiAgICAgICAgICAgIG1pbi1oZWlnaHQ6IDEwMHZoOwogICAgICAgICAgICBkaXNwbGF5OiBmbGV4OwogICAgICAgICAgICBqdXN0aWZ5LWNvbnRlbnQ6IGNlbnRlcjsKICAgICAgICAgICAgYWxpZ24taXRlbXM6IGNlbnRlcjsKICAgICAgICAgICAgcGFkZGluZzogMjBweDsKICAgICAgICAgICAgLyog6Ziy5oqW5LyY5YyW77ya5by65Yi2R1BV5Yqg6YCfICovCiAgICAgICAgICAgIHRyYW5zZm9ybTogdHJhbnNsYXRlWigwKTsKICAgICAgICAgICAgYmFja2ZhY2UtdmlzaWJpbGl0eTogaGlkZGVuOwogICAgICAgICAgICAtd2Via2l0LWZvbnQtc21vb3RoaW5nOiBhbnRpYWxpYXNlZDsKICAgICAgICB9CiAgICAgICAgLmFwcC1jb250YWluZXIgewogICAgICAgICAgICBtYXgtd2lkdGg6IDE0MDBweDsKICAgICAgICAgICAgd2lkdGg6IDEwMCU7CiAgICAgICAgICAgIGJhY2tncm91bmQ6ICNmZmZmZmY7CiAgICAgICAgICAgIGJvcmRlci1yYWRpdXM6IDQwcHg7CiAgICAgICAgICAgIGJveC1zaGFkb3c6IDAgMjBweCA2MHB4IHJnYmEoMCwgMjAsIDQwLCAwLjIwKTsKICAgICAgICAgICAgcGFkZGluZzogMjRweCAyOHB4IDI4cHg7CiAgICAgICAgICAgIGRpc3BsYXk6IGZsZXg7CiAgICAgICAgICAgIGZsZXgtZGlyZWN0aW9uOiBjb2x1bW47CiAgICAgICAgICAgIGdhcDogMTZweDsKICAgICAgICAgICAgLyog6Ziy5oqW5LyY5YyW77ya54us56uL5ZCI5oiQ5bGCICovCiAgICAgICAgICAgIHRyYW5zZm9ybTogdHJhbnNsYXRlWigwKTsKICAgICAgICAgICAgYmFja2ZhY2UtdmlzaWJpbGl0eTogaGlkZGVuOwogICAgICAgICAgICB3aWxsLWNoYW5nZTogdHJhbnNmb3JtOwogICAgICAgIH0KICAgICAgICAuaGVhZGVyIHsKICAgICAgICAgICAgZGlzcGxheTogZmxleDsKICAgICAgICAgICAganVzdGlmeS1jb250ZW50OiBzcGFjZS1iZXR3ZWVuOwogICAgICAgICAgICBhbGlnbi1pdGVtczogY2VudGVyOwogICAgICAgICAgICBmbGV4LXdyYXA6IHdyYXA7CiAgICAgICAgICAgIGJvcmRlci1ib3R0b206IDJweCBzb2xpZCAjZTRlYmYzOwogICAgICAgICAgICBwYWRkaW5nLWJvdHRvbTogMTJweDsKICAgICAgICB9CiAgICAgICAgLmhlYWRlciBoMSB7CiAgICAgICAgICAgIGZvbnQtc2l6ZTogMjZweDsKICAgICAgICAgICAgZm9udC13ZWlnaHQ6IDcwMDsKICAgICAgICAgICAgY29sb3I6ICMwYTI4NDQ7CiAgICAgICAgfQogICAgICAgIC5oZWFkZXIgaDEgc21hbGwgewogICAgICAgICAgICBmb250LXNpemU6IDE2cHg7CiAgICAgICAgICAgIGZvbnQtd2VpZ2h0OiA0MDA7CiAgICAgICAgICAgIGNvbG9yOiAjNGQ2YThhOwogICAgICAgICAgICBtYXJnaW4tbGVmdDogMTRweDsKICAgICAgICB9CiAgICAgICAgLmhlYWRlciAuaGludCB7CiAgICAgICAgICAgIGZvbnQtc2l6ZTogMTRweDsKICAgICAgICAgICAgY29sb3I6ICM0ZDZhOGE7CiAgICAgICAgICAgIGJhY2tncm91bmQ6ICNmMmY2ZmM7CiAgICAgICAgICAgIHBhZGRpbmc6IDRweCAxOHB4OwogICAgICAgICAgICBib3JkZXItcmFkaXVzOiA0MHB4OwogICAgICAgIH0KICAgICAgICAubWFpbi1sYXlvdXQgewogICAgICAgICAgICBkaXNwbGF5OiBmbGV4OwogICAgICAgICAgICBmbGV4LXdyYXA6IHdyYXA7CiAgICAgICAgICAgIGdhcDogMjBweDsKICAgICAgICB9CiAgICAgICAgLmNhbnZhcy13cmFwcGVyIHsKICAgICAgICAgICAgZmxleDogMSAxIDA7CiAgICAgICAgICAgIG1pbi13aWR0aDogNjAwcHg7CiAgICAgICAgICAgIGJhY2tncm91bmQ6ICNmYWZjZmY7CiAgICAgICAgICAgIGJvcmRlci1yYWRpdXM6IDI4cHg7CiAgICAgICAgICAgIGJvcmRlcjogMXB4IHNvbGlkICNkZmU4ZjI7CiAgICAgICAgICAgIHBhZGRpbmc6IDhweDsKICAgICAgICAgICAgLyog6Ziy5oqW5LyY5YyWICovCiAgICAgICAgICAgIHRyYW5zZm9ybTogdHJhbnNsYXRlWigwKTsKICAgICAgICAgICAgYmFja2ZhY2UtdmlzaWJpbGl0eTogaGlkZGVuOwogICAgICAgIH0KICAgICAgICAjdmVjdG9yQ2FudmFzIHsKICAgICAgICAgICAgZGlzcGxheTogYmxvY2s7CiAgICAgICAgICAgIHdpZHRoOiAxMDAlOwogICAgICAgICAgICBoZWlnaHQ6IGF1dG87CiAgICAgICAgICAgIGJvcmRlci1yYWRpdXM6IDIwcHg7CiAgICAgICAgICAgIGJhY2tncm91bmQ6ICNmZmZmZmY7CiAgICAgICAgICAgIHRvdWNoLWFjdGlvbjogbm9uZTsKICAgICAgICAgICAgY3Vyc29yOiBkZWZhdWx0OwogICAgICAgICAgICAvKiDpmLLmipbkvJjljJbvvJpjYW52YXPni6znq4vlsYLvvIxHUFXmuLLmn5MgKi8KICAgICAgICAgICAgdHJhbnNmb3JtOiB0cmFuc2xhdGVaKDApOwogICAgICAgICAgICBiYWNrZmFjZS12aXNpYmlsaXR5OiBoaWRkZW47CiAgICAgICAgICAgIHdpbGwtY2hhbmdlOiB0cmFuc2Zvcm07CiAgICAgICAgICAgIGltYWdlLXJlbmRlcmluZzogYXV0bzsKICAgICAgICB9CiAgICAgICAgLnNpZGUtcGFuZWwgewogICAgICAgICAgICBmbGV4OiAwIDAgMzQwcHg7CiAgICAgICAgICAgIG1pbi13aWR0aDogMjQwcHg7CiAgICAgICAgICAgIGRpc3BsYXk6IGZsZXg7CiAgICAgICAgICAgIGZsZXgtZGlyZWN0aW9uOiBjb2x1bW47CiAgICAgICAgICAgIGdhcDogMTRweDsKICAgICAgICB9CiAgICAgICAgLnBhbmVsLWNhcmQgewogICAgICAgICAgICBiYWNrZ3JvdW5kOiAjZjhmYWZkOwogICAgICAgICAgICBib3JkZXItcmFkaXVzOiAyNHB4OwogICAgICAgICAgICBwYWRkaW5nOiAxNnB4IDE4cHggMThweDsKICAgICAgICAgICAgYm9yZGVyOiAxcHggc29saWQgI2UyZWFmMzsKICAgICAgICB9CiAgICAgICAgLnBhbmVsLWNhcmQgaDMgewogICAgICAgICAgICBmb250LXNpemU6IDE2cHg7CiAgICAgICAgICAgIGZvbnQtd2VpZ2h0OiA2MDA7CiAgICAgICAgICAgIGNvbG9yOiAjMWEzYTVjOwogICAgICAgICAgICBtYXJnaW4tYm90dG9tOiAxMHB4OwogICAgICAgICAgICBkaXNwbGF5OiBmbGV4OwogICAgICAgICAgICBhbGlnbi1pdGVtczogY2VudGVyOwogICAgICAgICAgICBnYXA6IDhweDsKICAgICAgICB9CiAgICAgICAgLnBhbmVsLWNhcmQgaDMgLmJhZGdlIHsKICAgICAgICAgICAgZm9udC1zaXplOiAxMnB4OwogICAgICAgICAgICBiYWNrZ3JvdW5kOiAjZDFkZmVlOwogICAgICAgICAgICBjb2xvcjogIzFhM2E1YzsKICAgICAgICAgICAgcGFkZGluZzogMCAxMnB4OwogICAgICAgICAgICBib3JkZXItcmFkaXVzOiAzMHB4OwogICAgICAgICAgICBmb250LXdlaWdodDogNTAwOwogICAgICAgIH0KICAgICAgICAudmVjdG9yLWl0ZW0gewogICAgICAgICAgICBkaXNwbGF5OiBmbGV4OwogICAgICAgICAgICBhbGlnbi1pdGVtczogY2VudGVyOwogICAgICAgICAgICBnYXA6IDhweDsKICAgICAgICAgICAgcGFkZGluZzogNnB4IDhweCA2cHggMTJweDsKICAgICAgICAgICAgYm9yZGVyLXJhZGl1czogMTRweDsKICAgICAgICAgICAgYmFja2dyb3VuZDogd2hpdGU7CiAgICAgICAgICAgIG1hcmdpbi1ib3R0b206IDZweDsKICAgICAgICAgICAgYm9yZGVyOiAxcHggc29saWQgI2U2ZWVmNzsKICAgICAgICAgICAgZm9udC1zaXplOiAxNHB4OwogICAgICAgIH0KICAgICAgICAudmVjdG9yLWl0ZW0gLmRvdCB7CiAgICAgICAgICAgIHdpZHRoOiAxNHB4OwogICAgICAgICAgICBoZWlnaHQ6IDE0cHg7CiAgICAgICAgICAgIGJvcmRlci1yYWRpdXM6IDUwJTsKICAgICAgICAgICAgZmxleC1zaHJpbms6IDA7CiAgICAgICAgICAgIGJvcmRlcjogMnB4IHNvbGlkIHJnYmEoMCwwLDAsMC4wOCk7CiAgICAgICAgfQogICAgICAgIC52ZWN0b3ItaXRlbSAudi1sYWJlbCB7CiAgICAgICAgICAgIGZvbnQtd2VpZ2h0OiA2MDA7CiAgICAgICAgICAgIHdpZHRoOiAyMHB4OwogICAgICAgICAgICBjb2xvcjogIzBhMjg0NDsKICAgICAgICB9CiAgICAgICAgLnZlY3Rvci1pdGVtIC52LWRhdGEgewogICAgICAgICAgICBmbGV4OiAxOwogICAgICAgICAgICB0ZXh0LWFsaWduOiByaWdodDsKICAgICAgICAgICAgZm9udC12YXJpYW50LW51bWVyaWM6IHRhYnVsYXItbnVtczsKICAgICAgICAgICAgY29sb3I6ICMxZjNiNTU7CiAgICAgICAgfQogICAgICAgIC52ZWN0b3ItaXRlbSAudi1kYXRhIHNwYW4gewogICAgICAgICAgICBiYWNrZ3JvdW5kOiAjZWVmM2Y5OwogICAgICAgICAgICBwYWRkaW5nOiAxcHggOHB4OwogICAgICAgICAgICBib3JkZXItcmFkaXVzOiAzMHB4OwogICAgICAgICAgICBtYXJnaW4tbGVmdDogNHB4OwogICAgICAgIH0KICAgICAgICAuc3VtLWl0ZW0gewogICAgICAgICAgICBiYWNrZ3JvdW5kOiAjZWRlN2Y2OwogICAgICAgICAgICBib3JkZXItY29sb3I6ICNjZWJjZTY7CiAgICAgICAgfQogICAgICAgIC5zdW0taXRlbSAuZG90IHsKICAgICAgICAgICAgYm9yZGVyLWNvbG9yOiAjN2I1ZWE3OwogICAgICAgIH0KICAgICAgICAuYnRuLWdyb3VwIHsKICAgICAgICAgICAgZGlzcGxheTogZmxleDsKICAgICAgICAgICAgZmxleC13cmFwOiB3cmFwOwogICAgICAgICAgICBnYXA6IDhweDsKICAgICAgICAgICAgbWFyZ2luLXRvcDogNnB4OwogICAgICAgIH0KICAgICAgICAuYnRuIHsKICAgICAgICAgICAgcGFkZGluZzogOHB4IDE4cHg7CiAgICAgICAgICAgIGJvcmRlcjogbm9uZTsKICAgICAgICAgICAgYm9yZGVyLXJhZGl1czogNDBweDsKICAgICAgICAgICAgZm9udC1zaXplOiAxNHB4OwogICAgICAgICAgICBmb250LXdlaWdodDogNjAwOwogICAgICAgICAgICBjdXJzb3I6IHBvaW50ZXI7CiAgICAgICAgICAgIHRyYW5zaXRpb246IDAuMTVzOwogICAgICAgICAgICBiYWNrZ3JvdW5kOiAjZTRlY2Y1OwogICAgICAgICAgICBjb2xvcjogIzFhM2E1YzsKICAgICAgICAgICAgZGlzcGxheTogaW5saW5lLWZsZXg7CiAgICAgICAgICAgIGFsaWduLWl0ZW1zOiBjZW50ZXI7CiAgICAgICAgICAgIGdhcDogNnB4OwogICAgICAgIH0KICAgICAgICAuYnRuOmhvdmVyIHsKICAgICAgICAgICAgYmFja2dyb3VuZDogI2NkZGJlYTsKICAgICAgICAgICAgdHJhbnNmb3JtOiB0cmFuc2xhdGVZKC0xcHgpOwogICAgICAgIH0KICAgICAgICAuYnRuOmFjdGl2ZSB7CiAgICAgICAgICAgIHRyYW5zZm9ybTogc2NhbGUoMC45Nyk7CiAgICAgICAgfQogICAgICAgIC5idG4tcHJpbWFyeSB7CiAgICAgICAgICAgIGJhY2tncm91bmQ6ICMxYTNhNWM7CiAgICAgICAgICAgIGNvbG9yOiB3aGl0ZTsKICAgICAgICB9CiAgICAgICAgLmJ0bi1wcmltYXJ5OmhvdmVyIHsKICAgICAgICAgICAgYmFja2dyb3VuZDogIzBmMmE0NDsKICAgICAgICB9CiAgICAgICAgLmJ0bi1kYW5nZXIgewogICAgICAgICAgICBiYWNrZ3JvdW5kOiAjZThkMGQwOwogICAgICAgICAgICBjb2xvcjogIzdmM2EzYTsKICAgICAgICB9CiAgICAgICAgLmJ0bi1kYW5nZXI6aG92ZXI6bm90KDpkaXNhYmxlZCkgewogICAgICAgICAgICBiYWNrZ3JvdW5kOiAjZGNiOGI4OwogICAgICAgIH0KICAgICAgICAuYnRuLWRhbmdlcjpkaXNhYmxlZCB7CiAgICAgICAgICAgIG9wYWNpdHk6IDAuMzU7CiAgICAgICAgICAgIGN1cnNvcjogbm90LWFsbG93ZWQ7CiAgICAgICAgfQogICAgICAgIC5idG4tc3VjY2VzcyB7CiAgICAgICAgICAgIGJhY2tncm91bmQ6ICNjOGUwZDQ7CiAgICAgICAgICAgIGNvbG9yOiAjMWE1YTQwOwogICAgICAgIH0KICAgICAgICAuYnRuLXN1Y2Nlc3M6aG92ZXI6bm90KDpkaXNhYmxlZCkgewogICAgICAgICAgICBiYWNrZ3JvdW5kOiAjYjBkMGMwOwogICAgICAgIH0KICAgICAgICAuYnRuLXN1Y2Nlc3M6ZGlzYWJsZWQgewogICAgICAgICAgICBvcGFjaXR5OiAwLjM1OwogICAgICAgICAgICBjdXJzb3I6IG5vdC1hbGxvd2VkOwogICAgICAgIH0KICAgICAgICAubGVnZW5kLXJvdyB7CiAgICAgICAgICAgIGRpc3BsYXk6IGZsZXg7CiAgICAgICAgICAgIGZsZXgtd3JhcDogd3JhcDsKICAgICAgICAgICAgZ2FwOiA4cHggMTZweDsKICAgICAgICAgICAgZm9udC1zaXplOiAxM3B4OwogICAgICAgICAgICBjb2xvcjogIzFmM2I1NTsKICAgICAgICAgICAgbWFyZ2luLXRvcDogNHB4OwogICAgICAgIH0KICAgICAgICAubGVnZW5kLXJvdyAubGVnLWl0ZW0gewogICAgICAgICAgICBkaXNwbGF5OiBmbGV4OwogICAgICAgICAgICBhbGlnbi1pdGVtczogY2VudGVyOwogICAgICAgICAgICBnYXA6IDRweDsKICAgICAgICB9CiAgICAgICAgLmxlZ2VuZC1yb3cgLmxlZy1jb2xvciB7CiAgICAgICAgICAgIHdpZHRoOiAyNHB4OwogICAgICAgICAgICBoZWlnaHQ6IDNweDsKICAgICAgICAgICAgYm9yZGVyLXJhZGl1czogNHB4OwogICAgICAgIH0KICAgICAgICAudGV4dC1tdXRlZCB7CiAgICAgICAgICAgIGNvbG9yOiAjNWE3YTk4OwogICAgICAgICAgICBmb250LXNpemU6IDEzcHg7CiAgICAgICAgfQogICAgICAgIC5tdC0xIHsKICAgICAgICAgICAgbWFyZ2luLXRvcDogNnB4OwogICAgICAgIH0KICAgICAgICAuZmxleC1jZW50ZXIgewogICAgICAgICAgICBkaXNwbGF5OiBmbGV4OwogICAgICAgICAgICBhbGlnbi1pdGVtczogY2VudGVyOwogICAgICAgICAgICBnYXA6IDZweDsKICAgICAgICB9CiAgICAgICAgQG1lZGlhIChtYXgtd2lkdGg6IDkwMHB4KSB7CiAgICAgICAgICAgIC5jYW52YXMtd3JhcHBlciB7CiAgICAgICAgICAgICAgICBtaW4td2lkdGg6IDA7CiAgICAgICAgICAgICAgICBmbGV4OiAxIDEgMTAwJTsKICAgICAgICAgICAgfQogICAgICAgICAgICAuc2lkZS1wYW5lbCB7CiAgICAgICAgICAgICAgICBmbGV4OiAxIDEgMTAwJTsKICAgICAgICAgICAgfQogICAgICAgICAgICAuYXBwLWNvbnRhaW5lciB7CiAgICAgICAgICAgICAgICBwYWRkaW5nOiAxNnB4OwogICAgICAgICAgICB9CiAgICAgICAgICAgIC5oZWFkZXIgaDEgewogICAgICAgICAgICAgICAgZm9udC1zaXplOiAyMHB4OwogICAgICAgICAgICB9CiAgICAgICAgICAgIC5oZWFkZXIgaDEgc21hbGwgewogICAgICAgICAgICAgICAgZm9udC1zaXplOiAxM3B4OwogICAgICAgICAgICAgICAgZGlzcGxheTogYmxvY2s7CiAgICAgICAgICAgICAgICBtYXJnaW4tbGVmdDogMDsKICAgICAgICAgICAgfQogICAgICAgIH0KICAgICAgICBAbWVkaWEgKG1heC13aWR0aDogNTAwcHgpIHsKICAgICAgICAgICAgLnZlY3Rvci1pdGVtIHsKICAgICAgICAgICAgICAgIGZsZXgtd3JhcDogd3JhcDsKICAgICAgICAgICAgICAgIGdhcDogMnB4OwogICAgICAgICAgICB9CiAgICAgICAgICAgIC52ZWN0b3ItaXRlbSAudi1kYXRhIHsKICAgICAgICAgICAgICAgIHRleHQtYWxpZ246IGxlZnQ7CiAgICAgICAgICAgICAgICBmbGV4OiAwIDAgMTAwJTsKICAgICAgICAgICAgICAgIG1hcmdpbi1sZWZ0OiAyMnB4OwogICAgICAgICAgICB9CiAgICAgICAgICAgIC5idG4gewogICAgICAgICAgICAgICAgcGFkZGluZzogNnB4IDEycHg7CiAgICAgICAgICAgICAgICBmb250LXNpemU6IDEzcHg7CiAgICAgICAgICAgIH0KICAgICAgICB9CiAgICA8L3N0eWxlPgo8L2hlYWQ+Cjxib2R5PgoKPGRpdiBjbGFzcz0iYXBwLWNvbnRhaW5lciI+CiAgICA8ZGl2IGNsYXNzPSJoZWFkZXIiPgogICAgICAgIDxoMT4KICAgICAgICAgICAg8J+TkCDnn6Lph4/kvY3np7sKICAgICAgICAgICAgPHNtYWxsPui1t+eCuSAmYW1wOyDnu4jngrnlnIbngrkgwrcg5peg566t5aS0PC9zbWFsbD4KICAgICAgICA8L2gxPgogICAgICAgIDxkaXYgY2xhc3M9ImhpbnQiPvCflrHvuI8g5ouW5ou95ZyG54K55oiW5Lit6Ze06LCD5pW0PC9kaXY+CiAgICA8L2Rpdj4KCiAgICA8ZGl2IGNsYXNzPSJtYWluLWxheW91dCI+CiAgICAgICAgPGRpdiBjbGFzcz0iY2FudmFzLXdyYXBwZXIiPgogICAgICAgICAgICA8Y2FudmFzIGlkPSJ2ZWN0b3JDYW52YXMiIHdpZHRoPSIxMTAwIiBoZWlnaHQ9IjcyMCI+PC9jYW52YXM+CiAgICAgICAgPC9kaXY+CgogICAgICAgIDxkaXYgY2xhc3M9InNpZGUtcGFuZWwiPgogICAgICAgICAgICA8ZGl2IGNsYXNzPSJwYW5lbC1jYXJkIj4KICAgICAgICAgICAgICAgIDxoMz7wn46b77iPIOaOp+WItjwvaDM+CiAgICAgICAgICAgICAgICA8ZGl2IGNsYXNzPSJidG4tZ3JvdXAiPgogICAgICAgICAgICAgICAgICAgIDxidXR0b24gY2xhc3M9ImJ0biBidG4tcHJpbWFyeSIgaWQ9ImFkZEJ0biI+4p6VIOa3u+WKoOWQkemHjzwvYnV0dG9uPgogICAgICAgICAgICAgICAgICAgIDxidXR0b24gY2xhc3M9ImJ0biBidG4tZGFuZ2VyIiBpZD0icmVtb3ZlQnRuIiBkaXNhYmxlZD7inJYg56e76Zmk5pyA5ZCO5LiA5LiqPC9idXR0b24+CiAgICAgICAgICAgICAgICAgICAgPGJ1dHRvbiBjbGFzcz0iYnRuIiBpZD0icmVzZXRCdG4iPuKGuiDmuIXnqbo8L2J1dHRvbj4KICAgICAgICAgICAgICAgIDwvZGl2PgogICAgICAgICAgICAgICAgPGRpdiBjbGFzcz0ibGVnZW5kLXJvdyBtdC0xIj4KICAgICAgICAgICAgICAgICAgICA8c3BhbiBjbGFzcz0ibGVnLWl0ZW0iPjxzcGFuIGNsYXNzPSJsZWctY29sb3IiIHN0eWxlPSJiYWNrZ3JvdW5kOiNkOTRmNGY7Ij48L3NwYW4+IGE8L3NwYW4+CiAgICAgICAgICAgICAgICAgICAgPHNwYW4gY2xhc3M9ImxlZy1pdGVtIj48c3BhbiBjbGFzcz0ibGVnLWNvbG9yIiBzdHlsZT0iYmFja2dyb3VuZDojM2E4NmM0OyI+PC9zcGFuPiBiPC9zcGFuPgogICAgICAgICAgICAgICAgICAgIDxzcGFuIGNsYXNzPSJsZWctaXRlbSI+PHNwYW4gY2xhc3M9ImxlZy1jb2xvciIgc3R5bGU9ImJhY2tncm91bmQ6IzJiOWM2ZTsiPjwvc3Bhbj4gYzwvc3Bhbj4KICAgICAgICAgICAgICAgICAgICA8c3BhbiBjbGFzcz0ibGVnLWl0ZW0iPjxzcGFuIGNsYXNzPSJsZWctY29sb3IiIHN0eWxlPSJiYWNrZ3JvdW5kOiNlNjdlMjI7Ij48L3NwYW4+IGQ8L3NwYW4+CiAgICAgICAgICAgICAgICAgICAgPHNwYW4gY2xhc3M9ImxlZy1pdGVtIj48c3BhbiBjbGFzcz0ibGVnLWNvbG9yIiBzdHlsZT0iYmFja2dyb3VuZDojOGI1ZWE3OyI+PC9zcGFuPiDlkozlkJHph488L3NwYW4+CiAgICAgICAgICAgICAgICA8L2Rpdj4KICAgICAgICAgICAgICAgIDxkaXYgY2xhc3M9InRleHQtbXV0ZWQgbXQtMSI+5pyA5aSaIDUg5Liq5ZCR6YePIMK3IOaWueWQkeS7jui1t+eCueWchueCueaMh+WQkee7iOeCueWchueCuTwvZGl2PgogICAgICAgICAgICA8L2Rpdj4KCiAgICAgICAgICAgIDxkaXYgY2xhc3M9InBhbmVsLWNhcmQiIHN0eWxlPSJmbGV4OjE7Ij4KICAgICAgICAgICAgICAgIDxoMz7wn5OKIOWQkemHj+aVsOaNriA8c3BhbiBjbGFzcz0iYmFkZ2UiPuWunuaXtjwvc3Bhbj48L2gzPgogICAgICAgICAgICAgICAgPGRpdiBpZD0idmVjdG9yTGlzdCIgc3R5bGU9Im1heC1oZWlnaHQ6MzAwcHg7IG92ZXJmbG93LXk6YXV0bzsiPjwvZGl2PgogICAgICAgICAgICAgICAgPGRpdiBzdHlsZT0ibWFyZ2luLXRvcDoxMHB4OyBwYWRkaW5nLXRvcDoxMHB4OyBib3JkZXItdG9wOjJweCBkYXNoZWQgI2RjZTZmMDsiPgogICAgICAgICAgICAgICAgICAgIDxkaXYgc3R5bGU9ImRpc3BsYXk6ZmxleDsgYWxpZ24taXRlbXM6Y2VudGVyOyBnYXA6MTBweDsiPgogICAgICAgICAgICAgICAgICAgICAgICA8c3BhbiBzdHlsZT0iZm9udC13ZWlnaHQ6NjAwOyBjb2xvcjojNWIzZTdhOyI+4p6VIOWSjOWQkemHjzwvc3Bhbj4KICAgICAgICAgICAgICAgICAgICAgICAgPHNwYW4gaWQ9InN1bURhdGEiIHN0eWxlPSJmb250LXNpemU6MTRweDsgY29sb3I6IzFhM2E1YzsiPnx2fCA9IDAuMDAsIM64ID0gMC4wwrA8L3NwYW4+CiAgICAgICAgICAgICAgICAgICAgPC9kaXY+CiAgICAgICAgICAgICAgICA8L2Rpdj4KICAgICAgICAgICAgPC9kaXY+CiAgICAgICAgPC9kaXY+CiAgICA8L2Rpdj4KPC9kaXY+Cgo8c2NyaXB0PgogICAgLy8gPT09PT09PT09PT09PT09PT09PT09PT09PT09PT09PT09PT09PT09PT09PT09PT09PT09PT09PT09PT09PT09PQogICAgLy8gIOaguOW/g+eKtuaAgQogICAgLy8gPT09PT09PT09PT09PT09PT09PT09PT09PT09PT09PT09PT09PT09PT09PT09PT09PT09PT09PT09PT09PT09PQogICAgY29uc3QgY2FudmFzID0gZG9jdW1lbnQuZ2V0RWxlbWVudEJ5SWQoJ3ZlY3RvckNhbnZhcycpOwogICAgY29uc3QgY3R4ID0gY2FudmFzLmdldENvbnRleHQoJzJkJyk7CgogICAgY29uc3QgWF9NSU4gPSAtMTAsIFhfTUFYID0gMTA7CiAgICBjb25zdCBZX01JTiA9IC03LCBZX01BWCA9IDc7CgogICAgbGV0IHZlY3RvcnMgPSBbXTsKICAgIGxldCBuZXh0SWQgPSAxOwoKICAgIGxldCBkcmFnVGFyZ2V0ID0gbnVsbDsgICAgICAgICAgLy8gJ3N0YXJ0JyB8ICdlbmQnIHwgJ2JvZHknCiAgICBsZXQgZHJhZ0luZGV4ID0gbnVsbDsKICAgIGxldCBpc0RyYWdnaW5nID0gZmFsc2U7CiAgICBsZXQgZHJhZ09mZnNldFggPSAwLCBkcmFnT2Zmc2V0WSA9IDA7CgogICAgY29uc3QgQ09MT1JTID0gWwogICAgICAgIHsgbWFpbjogJyNkOTRmNGYnLCBsYWJlbDogJ2EnIH0sCiAgICAgICAgeyBtYWluOiAnIzNhODZjNCcsIGxhYmVsOiAnYicgfSwKICAgICAgICB7IG1haW46ICcjMmI5YzZlJywgbGFiZWw6ICdjJyB9LAogICAgICAgIHsgbWFpbjogJyNlNjdlMjInLCBsYWJlbDogJ2QnIH0sCiAgICAgICAgeyBtYWluOiAnIzliNTliNicsIGxhYmVsOiAnZScgfSwKICAgIF07CiAgICBjb25zdCBTVU1fQ09MT1IgPSAnIzhiNWVhNyc7CiAgICBjb25zdCBNQVhfVkVDVE9SUyA9IDU7CgogICAgY29uc3QgdmVjdG9yTGlzdEVsID0gZG9jdW1lbnQuZ2V0RWxlbWVudEJ5SWQoJ3ZlY3Rvckxpc3QnKTsKICAgIGNvbnN0IHN1bURhdGFFbCA9IGRvY3VtZW50LmdldEVsZW1lbnRCeUlkKCdzdW1EYXRhJyk7CiAgICBjb25zdCBhZGRCdG4gPSBkb2N1bWVudC5nZXRFbGVtZW50QnlJZCgnYWRkQnRuJyk7CiAgICBjb25zdCByZW1vdmVCdG4gPSBkb2N1bWVudC5nZXRFbGVtZW50QnlJZCgncmVtb3ZlQnRuJyk7CiAgICBjb25zdCByZXNldEJ0biA9IGRvY3VtZW50LmdldEVsZW1lbnRCeUlkKCdyZXNldEJ0bicpOwoKICAgIGNvbnN0IEhJVF9USFJFU0hPTEQgPSAyMDsKCiAgICAvLyA9PT09PT09PT09PT09PT09PT09PT09PT09PT09PT09PT09PT09PT09PT09PT09PT09PT09PT09PT09PT09PT09CiAgICAvLyAg5Z2Q5qCH6L2s5o2iCiAgICAvLyA9PT09PT09PT09PT09PT09PT09PT09PT09PT09PT09PT09PT09PT09PT09PT09PT09PT09PT09PT09PT09PT09CiAgICBmdW5jdGlvbiBnZXRUcmFuc2Zvcm0oKSB7CiAgICAgICAgY29uc3QgdyA9IGNhbnZhcy53aWR0aDsKICAgICAgICBjb25zdCBoID0gY2FudmFzLmhlaWdodDsKICAgICAgICBjb25zdCBtYXJnaW4gPSA2MDsKICAgICAgICBjb25zdCBkcmF3VyA9IHcgLSAyICogbWFyZ2luOwogICAgICAgIGNvbnN0IGRyYXdIID0gaCAtIDIgKiBtYXJnaW47CiAgICAgICAgY29uc3Qgc2NhbGVYID0gZHJhd1cgLyAoWF9NQVggLSBYX01JTik7CiAgICAgICAgY29uc3Qgc2NhbGVZID0gZHJhd0ggLyAoWV9NQVggLSBZX01JTik7CiAgICAgICAgY29uc3Qgc2NhbGUgPSBNYXRoLm1pbihzY2FsZVgsIHNjYWxlWSk7CiAgICAgICAgY29uc3QgY3ggPSB3IC8gMjsKICAgICAgICBjb25zdCBjeSA9IGggLyAyOwogICAgICAgIHJldHVybiB7IHNjYWxlLCBjeCwgY3kgfTsKICAgIH0KCiAgICBmdW5jdGlvbiB0b0NhbnZhcyhseCwgbHkpIHsKICAgICAgICBjb25zdCB7IHNjYWxlLCBjeCwgY3kgfSA9IGdldFRyYW5zZm9ybSgpOwogICAgICAgIHJldHVybiB7IHg6IGN4ICsgbHggKiBzY2FsZSwgeTogY3kgLSBseSAqIHNjYWxlIH07CiAgICB9CgogICAgZnVuY3Rpb24gdG9Mb2dpY2FsKGN4LCBjeSkgewogICAgICAgIGNvbnN0IHsgc2NhbGUsIGN4OiBjeDAsIGN5OiBjeTAgfSA9IGdldFRyYW5zZm9ybSgpOwogICAgICAgIHJldHVybiB7IHg6IChjeCAtIGN4MCkgLyBzY2FsZSwgeTogLShjeSAtIGN5MCkgLyBzY2FsZSB9OwogICAgfQoKICAgIGZ1bmN0aW9uIGNsYW1wTG9naWNhbCh4LCB5LCBtYXJnaW4gPSAwLjMpIHsKICAgICAgICByZXR1cm4gewogICAgICAgICAgICB4OiBNYXRoLm1heChYX01JTiArIG1hcmdpbiwgTWF0aC5taW4oWF9NQVggLSBtYXJnaW4sIHgpKSwKICAgICAgICAgICAgeTogTWF0aC5tYXgoWV9NSU4gKyBtYXJnaW4sIE1hdGgubWluKFlfTUFYIC0gbWFyZ2luLCB5KSkKICAgICAgICB9OwogICAgfQoKICAgIC8vID09PT09PT09PT09PT09PT09PT09PT09PT09PT09PT09PT09PT09PT09PT09PT09PT09PT09PT09PT09PT09PT0KICAgIC8vICDlkJHph4/ov5DnrpcKICAgIC8vID09PT09PT09PT09PT09PT09PT09PT09PT09PT09PT09PT09PT09PT09PT09PT09PT09PT09PT09PT09PT09PT0KICAgIGZ1bmN0aW9uIHZlY01hZyhkeCwgZHkpIHsgcmV0dXJuIE1hdGguc3FydChkeCpkeCArIGR5KmR5KTsgfQogICAgZnVuY3Rpb24gdmVjQW5nbGUoZHgsIGR5KSB7CiAgICAgICAgaWYgKE1hdGguYWJzKGR4KSA8IDFlLTkgJiYgTWF0aC5hYnMoZHkpIDwgMWUtOSkgcmV0dXJuIG51bGw7CiAgICAgICAgbGV0IGFuZyA9IE1hdGguYXRhbjIoZHksIGR4KSAqIDE4MCAvIE1hdGguUEk7CiAgICAgICAgaWYgKGFuZyA8IDApIGFuZyArPSAzNjA7CiAgICAgICAgcmV0dXJuIGFuZzsKICAgIH0KICAgIGZ1bmN0aW9uIGZvcm1hdE1hZyhtKSB7IHJldHVybiBtLnRvRml4ZWQoMik7IH0KICAgIGZ1bmN0aW9uIGZvcm1hdEFuZ2xlKGEpIHsgcmV0dXJuIChhICE9PSBudWxsKSA/IGEudG9GaXhlZCgxKSArICfCsCcgOiAn4oCUJzsgfQoKICAgIGZ1bmN0aW9uIGdldFN1bVZlY3RvcigpIHsKICAgICAgICBsZXQgc3ggPSAwLCBzeSA9IDA7CiAgICAgICAgZm9yIChjb25zdCB2IG9mIHZlY3RvcnMpIHsKICAgICAgICAgICAgc3ggKz0gKHYuZW5kWCAtIHYuc3RhcnRYKTsKICAgICAgICAgICAgc3kgKz0gKHYuZW5kWSAtIHYuc3RhcnRZKTsKICAgICAgICB9CiAgICAgICAgcmV0dXJuIHsgeDogc3gsIHk6IHN5IH07CiAgICB9CgogICAgLy8gPT09PT09PT09PT09PT09PT09PT09PT09PT09PT09PT09PT09PT09PT09PT09PT09PT09PT09PT09PT09PT09PQogICAgLy8gIOe7mOWItgogICAgLy8gPT09PT09PT09PT09PT09PT09PT09PT09PT09PT09PT09PT09PT09PT09PT09PT09PT09PT09PT09PT09PT09PQogICAgZnVuY3Rpb24gZHJhdygpIHsKICAgICAgICBjb25zdCB3ID0gY2FudmFzLndpZHRoLCBoID0gY2FudmFzLmhlaWdodDsKICAgICAgICBjdHguY2xlYXJSZWN0KDAsIDAsIHcsIGgpOwogICAgICAgIGN0eC5maWxsU3R5bGUgPSAnI2ZhZmNmZic7CiAgICAgICAgY3R4LmZpbGxSZWN0KDAsIDAsIHcsIGgpOwoKICAgICAgICBjb25zdCB7IHNjYWxlLCBjeCwgY3kgfSA9IGdldFRyYW5zZm9ybSgpOwoKICAgICAgICAvLyAtLS0tIOe9keagvCAtLS0tCiAgICAgICAgY3R4LnNhdmUoKTsKICAgICAgICBjdHguc3Ryb2tlU3R5bGUgPSAnI2U0ZWJmMyc7CiAgICAgICAgY3R4LmxpbmVXaWR0aCA9IDAuODsKICAgICAgICBmb3IgKGxldCB4ID0gTWF0aC5jZWlsKFhfTUlOKTsgeCA8PSBNYXRoLmZsb29yKFhfTUFYKTsgeCsrKSB7CiAgICAgICAgICAgIGlmICh4ID09PSAwKSBjb250aW51ZTsKICAgICAgICAgICAgY29uc3QgcHggPSBjeCArIHggKiBzY2FsZTsKICAgICAgICAgICAgY3R4LmJlZ2luUGF0aCgpOwogICAgICAgICAgICBjdHgubW92ZVRvKHB4LCBjeSArIFlfTUlOICogc2NhbGUpOwogICAgICAgICAgICBjdHgubGluZVRvKHB4LCBjeSArIFlfTUFYICogc2NhbGUpOwogICAgICAgICAgICBjdHguc3Ryb2tlKCk7CiAgICAgICAgfQogICAgICAgIGZvciAobGV0IHkgPSBNYXRoLmNlaWwoWV9NSU4pOyB5IDw9IE1hdGguZmxvb3IoWV9NQVgpOyB5KyspIHsKICAgICAgICAgICAgaWYgKHkgPT09IDApIGNvbnRpbnVlOwogICAgICAgICAgICBjb25zdCBweSA9IGN5IC0geSAqIHNjYWxlOwogICAgICAgICAgICBjdHguYmVnaW5QYXRoKCk7CiAgICAgICAgICAgIGN0eC5tb3ZlVG8oY3ggKyBYX01JTiAqIHNjYWxlLCBweSk7CiAgICAgICAgICAgIGN0eC5saW5lVG8oY3ggKyBYX01BWCAqIHNjYWxlLCBweSk7CiAgICAgICAgICAgIGN0eC5zdHJva2UoKTsKICAgICAgICB9CgogICAgICAgIC8vIC0tLS0g5Z2Q5qCH6L20IC0tLS0KICAgICAgICBjdHguc3Ryb2tlU3R5bGUgPSAnIzJhNGE2YSc7CiAgICAgICAgY3R4LmxpbmVXaWR0aCA9IDI7CiAgICAgICAgY3R4LmJlZ2luUGF0aCgpOwogICAgICAgIGN0eC5tb3ZlVG8oY3ggKyBYX01JTiAqIHNjYWxlLCBjeSk7CiAgICAgICAgY3R4LmxpbmVUbyhjeCArIFhfTUFYICogc2NhbGUsIGN5KTsKICAgICAgICBjdHguc3Ryb2tlKCk7CiAgICAgICAgY3R4LmJlZ2luUGF0aCgpOwogICAgICAgIGN0eC5tb3ZlVG8oY3gsIGN5ICsgWV9NSU4gKiBzY2FsZSk7CiAgICAgICAgY3R4LmxpbmVUbyhjeCwgY3kgKyBZX01BWCAqIHNjYWxlKTsKICAgICAgICBjdHguc3Ryb2tlKCk7CiAgICAgICAgY3R4LmZpbGxTdHlsZSA9ICcjMmE0YTZhJzsKICAgICAgICBjdHguYmVnaW5QYXRoKCk7CiAgICAgICAgY3R4Lm1vdmVUbyhjeCArIFhfTUFYICogc2NhbGUgLSAxMCwgY3kgLSA1KTsKICAgICAgICBjdHgubGluZVRvKGN4ICsgWF9NQVggKiBzY2FsZSwgY3kpOwogICAgICAgIGN0eC5saW5lVG8oY3ggKyBYX01BWCAqIHNjYWxlIC0gMTAsIGN5ICsgNSk7CiAgICAgICAgY3R4LmZpbGwoKTsKICAgICAgICBjdHguYmVnaW5QYXRoKCk7CiAgICAgICAgY3R4Lm1vdmVUbyhjeCAtIDUsIGN5IC0gWV9NQVggKiBzY2FsZSArIDEwKTsKICAgICAgICBjdHgubGluZVRvKGN4LCBjeSAtIFlfTUFYICogc2NhbGUpOwogICAgICAgIGN0eC5saW5lVG8oY3ggKyA1LCBjeSAtIFlfTUFYICogc2NhbGUgKyAxMCk7CiAgICAgICAgY3R4LmZpbGwoKTsKICAgICAgICBjdHguZmlsbFN0eWxlID0gJyMxYTNhNWMnOwogICAgICAgIGN0eC5mb250ID0gJzE2cHggIlNlZ29lIFVJIiwgc2Fucy1zZXJpZic7CiAgICAgICAgY3R4LnRleHRBbGlnbiA9ICdjZW50ZXInOwogICAgICAgIGN0eC50ZXh0QmFzZWxpbmUgPSAndG9wJzsKICAgICAgICBjdHguZmlsbFRleHQoJ3gnLCBjeCArIFhfTUFYICogc2NhbGUgLSA4LCBjeSArIDEwKTsKICAgICAgICBjdHgudGV4dEJhc2VsaW5lID0gJ2JvdHRvbSc7CiAgICAgICAgY3R4LmZpbGxUZXh0KCd5JywgY3ggKyAxMCwgY3kgLSBZX01BWCAqIHNjYWxlICsgNik7CiAgICAgICAgY3R4LnRleHRCYXNlbGluZSA9ICd0b3AnOwogICAgICAgIGN0eC5maWxsVGV4dCgnTycsIGN4IC0gMjIsIGN5ICsgOCk7CiAgICAgICAgY3R4LmZvbnQgPSAnMTJweCAiU2Vnb2UgVUkiLCBzYW5zLXNlcmlmJzsKICAgICAgICBjdHguZmlsbFN0eWxlID0gJyM0ZDZhOGEnOwogICAgICAgIGN0eC50ZXh0QmFzZWxpbmUgPSAndG9wJzsKICAgICAgICBmb3IgKGxldCB4ID0gTWF0aC5jZWlsKFhfTUlOKTsgeCA8PSBNYXRoLmZsb29yKFhfTUFYKTsgeCsrKSB7CiAgICAgICAgICAgIGlmICh4ID09PSAwKSBjb250aW51ZTsKICAgICAgICAgICAgY29uc3QgcHggPSBjeCArIHggKiBzY2FsZTsKICAgICAgICAgICAgY3R4LmZpbGxUZXh0KHgsIHB4IC0gOCwgY3kgKyA2KTsKICAgICAgICB9CiAgICAgICAgY3R4LnRleHRBbGlnbiA9ICdyaWdodCc7CiAgICAgICAgY3R4LnRleHRCYXNlbGluZSA9ICdtaWRkbGUnOwogICAgICAgIGZvciAobGV0IHkgPSBNYXRoLmNlaWwoWV9NSU4pOyB5IDw9IE1hdGguZmxvb3IoWV9NQVgpOyB5KyspIHsKICAgICAgICAgICAgaWYgKHkgPT09IDApIGNvbnRpbnVlOwogICAgICAgICAgICBjb25zdCBweSA9IGN5IC0geSAqIHNjYWxlOwogICAgICAgICAgICBjdHguZmlsbFRleHQoeSwgY3ggLSAxNCwgcHkpOwogICAgICAgIH0KICAgICAgICBjdHgucmVzdG9yZSgpOwoKICAgICAgICAvLyAtLS0tIOe7mOWItuavj+S4quWQkemHjyAtLS0tCiAgICAgICAgZm9yIChsZXQgaSA9IDA7IGkgPCB2ZWN0b3JzLmxlbmd0aDsgaSsrKSB7CiAgICAgICAgICAgIGNvbnN0IHYgPSB2ZWN0b3JzW2ldOwogICAgICAgICAgICBkcmF3QXJyb3codi5zdGFydFgsIHYuc3RhcnRZLCB2LmVuZFgsIHYuZW5kWSwgdi5jb2xvciwgdi5sYWJlbCwgaSk7CiAgICAgICAgfQoKICAgICAgICAvLyAtLS0tIOe7mOWItuWSjOWQkemHjyAtLS0tCiAgICAgICAgY29uc3Qgc3VtID0gZ2V0U3VtVmVjdG9yKCk7CiAgICAgICAgY29uc3Qgc01hZyA9IHZlY01hZyhzdW0ueCwgc3VtLnkpOwogICAgICAgIGlmICh2ZWN0b3JzLmxlbmd0aCA+PSAyICYmIHNNYWcgPiAwLjAxKSB7CiAgICAgICAgICAgIGRyYXdBcnJvdygwLCAwLCBzdW0ueCwgc3VtLnksIFNVTV9DT0xPUiwgJ3Zfc3VtJywgLTEsIHRydWUpOwogICAgICAgICAgICBjb25zdCBzcCA9IHRvQ2FudmFzKHN1bS54LCBzdW0ueSk7CiAgICAgICAgICAgIGN0eC5zYXZlKCk7CiAgICAgICAgICAgIGN0eC5maWxsU3R5bGUgPSBTVU1fQ09MT1I7CiAgICAgICAgICAgIGN0eC5mb250ID0gJ2JvbGQgMTZweCAiU2Vnb2UgVUkiLCBzYW5zLXNlcmlmJzsKICAgICAgICAgICAgY3R4LnRleHRBbGlnbiA9ICdsZWZ0JzsKICAgICAgICAgICAgY3R4LnRleHRCYXNlbGluZSA9ICdib3R0b20nOwogICAgICAgICAgICBjb25zdCBvZmYgPSAoc3VtLnggPiAwKSA/IDEyIDogLTEyOwogICAgICAgICAgICBjdHguZmlsbFRleHQoJ+WSjOWQkemHjycsIHNwLnggKyBvZmYsIHNwLnkgLSAxNik7CiAgICAgICAgICAgIGN0eC5yZXN0b3JlKCk7CiAgICAgICAgfSBlbHNlIGlmICh2ZWN0b3JzLmxlbmd0aCA+PSAyICYmIHNNYWcgPD0gMC4wMSkgewogICAgICAgICAgICBjb25zdCBzcCA9IHRvQ2FudmFzKDAsIDApOwogICAgICAgICAgICBjdHguc2F2ZSgpOwogICAgICAgICAgICBjdHguZmlsbFN0eWxlID0gU1VNX0NPTE9SOwogICAgICAgICAgICBjdHguYmVnaW5QYXRoKCk7CiAgICAgICAgICAgIGN0eC5hcmMoc3AueCwgc3AueSwgNiwgMCwgMipNYXRoLlBJKTsKICAgICAgICAgICAgY3R4LmZpbGwoKTsKICAgICAgICAgICAgY3R4LmZpbGxTdHlsZSA9ICcjNWIzZTdhJzsKICAgICAgICAgICAgY3R4LmZvbnQgPSAnMTRweCAiU2Vnb2UgVUkiLCBzYW5zLXNlcmlmJzsKICAgICAgICAgICAgY3R4LnRleHRBbGlnbiA9ICdsZWZ0JzsKICAgICAgICAgICAgY3R4LnRleHRCYXNlbGluZSA9ICdib3R0b20nOwogICAgICAgICAgICBjdHguZmlsbFRleHQoJ+WSjOWQkemHjyAo6Zu25ZCR6YePKScsIHNwLnggKyAxNCwgc3AueSAtIDQpOwogICAgICAgICAgICBjdHgucmVzdG9yZSgpOwogICAgICAgIH0KICAgIH0KCiAgICAvLyAtLS0tIOe7mOWItuWNleS4quWQkemHj++8iOi1t+eCueWchueCuSArIOe7iOeCueWchueCue+8jOaXoOeureWktOWktO+8iSAtLS0tCiAgICBmdW5jdGlvbiBkcmF3QXJyb3coc3gsIHN5LCBleCwgZXksIGNvbG9yLCBsYWJlbCwgaWR4LCBpc1N1bSA9IGZhbHNlKSB7CiAgICAgICAgY29uc3QgcDEgPSB0b0NhbnZhcyhzeCwgc3kpOwogICAgICAgIGNvbnN0IHAyID0gdG9DYW52YXMoZXgsIGV5KTsKICAgICAgICBjb25zdCBkeCA9IHAyLnggLSBwMS54OwogICAgICAgIGNvbnN0IGR5ID0gcDIueSAtIHAxLnk7CiAgICAgICAgY29uc3QgbGVuID0gTWF0aC5zcXJ0KGR4KmR4ICsgZHkqZHkpOwogICAgICAgIGlmIChsZW4gPCAyKSB7CiAgICAgICAgICAgIC8vIOaegeefre+8jOeUu+S4gOS4queCue+8iOi1t+eCueWchueCue+8iQogICAgICAgICAgICBjdHguc2F2ZSgpOwogICAgICAgICAgICBjdHguZmlsbFN0eWxlID0gY29sb3I7CiAgICAgICAgICAgIGN0eC5iZWdpblBhdGgoKTsKICAgICAgICAgICAgY3R4LmFyYyhwMi54LCBwMi55LCA2LCAwLCAyKk1hdGguUEkpOwogICAgICAgICAgICBjdHguZmlsbCgpOwogICAgICAgICAgICBjdHgucmVzdG9yZSgpOwogICAgICAgICAgICByZXR1cm47CiAgICAgICAgfQoKICAgICAgICBjdHguc2F2ZSgpOwogICAgICAgIC8vIOS4u+e6v++8iOS7jui1t+eCueWIsOe7iOeCue+8iQogICAgICAgIGN0eC5iZWdpblBhdGgoKTsKICAgICAgICBjdHgubW92ZVRvKHAxLngsIHAxLnkpOwogICAgICAgIGN0eC5saW5lVG8ocDIueCwgcDIueSk7CiAgICAgICAgY3R4LnN0cm9rZVN0eWxlID0gY29sb3I7CiAgICAgICAgY3R4LmxpbmVXaWR0aCA9IGlzU3VtID8gNCA6IDMuNTsKICAgICAgICBpZiAoaXNTdW0pIGN0eC5zZXRMaW5lRGFzaChbOCwgNl0pOwogICAgICAgIGVsc2UgY3R4LnNldExpbmVEYXNoKFtdKTsKICAgICAgICBjdHguc3Ryb2tlKCk7CiAgICAgICAgY3R4LnNldExpbmVEYXNoKFtdKTsKCiAgICAgICAgLy8gLS0tLSDkuI3nu5jliLbnrq3lpLTlpLQgLS0tLQoKICAgICAgICAvLyAtLS0tIOi1t+eCueWchueCueWSjOe7iOeCueWchueCue+8iOWkp+Wwj+S4gOiHtO+8iSAtLS0tCiAgICAgICAgaWYgKCFpc1N1bSkgewogICAgICAgICAgICBjb25zdCByID0gKGlkeCA9PT0gZHJhZ0luZGV4ICYmIChkcmFnVGFyZ2V0ID09PSAnc3RhcnQnIHx8IGRyYWdUYXJnZXQgPT09ICdlbmQnKSkgPyA4IDogNjsKICAgICAgICAgICAgLy8g6LW354K55ZyG54K5CiAgICAgICAgICAgIGN0eC5zaGFkb3dDb2xvciA9ICdyZ2JhKDAsMCwwLDAuMTApJzsKICAgICAgICAgICAgY3R4LnNoYWRvd0JsdXIgPSA0OwogICAgICAgICAgICBjdHguYmVnaW5QYXRoKCk7CiAgICAgICAgICAgIGN0eC5hcmMocDEueCwgcDEueSwgciwgMCwgMipNYXRoLlBJKTsKICAgICAgICAgICAgY3R4LmZpbGxTdHlsZSA9IGNvbG9yOwogICAgICAgICAgICBjdHguZmlsbCgpOwogICAgICAgICAgICBjdHguc2hhZG93Qmx1ciA9IDA7CiAgICAgICAgICAgIGN0eC5zdHJva2VTdHlsZSA9ICd3aGl0ZSc7CiAgICAgICAgICAgIGN0eC5saW5lV2lkdGggPSAxLjU7CiAgICAgICAgICAgIGN0eC5zdHJva2UoKTsKCiAgICAgICAgICAgIC8vIOe7iOeCueWchueCue+8iOS4jui1t+eCueS4gOagt+Wkp++8iQogICAgICAgICAgICBjdHguc2hhZG93Qmx1ciA9IDQ7CiAgICAgICAgICAgIGN0eC5iZWdpblBhdGgoKTsKICAgICAgICAgICAgY3R4LmFyYyhwMi54LCBwMi55LCByLCAwLCAyKk1hdGguUEkpOwogICAgICAgICAgICBjdHguZmlsbFN0eWxlID0gY29sb3I7CiAgICAgICAgICAgIGN0eC5maWxsKCk7CiAgICAgICAgICAgIGN0eC5zaGFkb3dCbHVyID0gMDsKICAgICAgICAgICAgY3R4LnN0cm9rZVN0eWxlID0gJ3doaXRlJzsKICAgICAgICAgICAgY3R4LmxpbmVXaWR0aCA9IDEuNTsKICAgICAgICAgICAgY3R4LnN0cm9rZSgpOwoKICAgICAgICAgICAgLy8g5qCH562+5pS+5Zyo57uI54K56ZmE6L+RCiAgICAgICAgICAgIGN0eC5mb250ID0gJ2JvbGQgMTRweCAiU2Vnb2UgVUkiLCBzYW5zLXNlcmlmJzsKICAgICAgICAgICAgY3R4LmZpbGxTdHlsZSA9ICcjMWEzYTVjJzsKICAgICAgICAgICAgY3R4LnRleHRBbGlnbiA9ICdjZW50ZXInOwogICAgICAgICAgICBjdHgudGV4dEJhc2VsaW5lID0gJ2JvdHRvbSc7CiAgICAgICAgICAgIGNvbnN0IGxhYmVsT2ZmID0gKGV5ID49IDApID8gLTE0IDogMTQ7CiAgICAgICAgICAgIGN0eC5maWxsVGV4dChsYWJlbCwgcDIueCwgcDIueSArIGxhYmVsT2ZmKTsKICAgICAgICB9IGVsc2UgewogICAgICAgICAgICAvLyDlkozlkJHph4/vvJrnu4jngrnnlKjoj7HlvaLvvIjkv53nlZnku6XnpLrljLrliKvvvInvvIzotbfngrnnlKjlnIbngrnvvIjljp/ngrnvvIkKICAgICAgICAgICAgY29uc3QgciA9IDg7CiAgICAgICAgICAgIC8vIOi1t+eCueWchueCue+8iOWOn+eCue+8iQogICAgICAgICAgICBjdHguc2hhZG93Q29sb3IgPSAncmdiYSgwLDAsMCwwLjEwKSc7CiAgICAgICAgICAgIGN0eC5zaGFkb3dCbHVyID0gNDsKICAgICAgICAgICAgY3R4LmJlZ2luUGF0aCgpOwogICAgICAgICAgICBjdHguYXJjKHAxLngsIHAxLnksIHIsIDAsIDIqTWF0aC5QSSk7CiAgICAgICAgICAgIGN0eC5maWxsU3R5bGUgPSBTVU1fQ09MT1I7CiAgICAgICAgICAgIGN0eC5maWxsKCk7CiAgICAgICAgICAgIGN0eC5zaGFkb3dCbHVyID0gMDsKICAgICAgICAgICAgY3R4LnN0cm9rZVN0eWxlID0gJ3doaXRlJzsKICAgICAgICAgICAgY3R4LmxpbmVXaWR0aCA9IDEuNTsKICAgICAgICAgICAgY3R4LnN0cm9rZSgpOwogICAgICAgICAgICAvLyDnu4jngrnoj7HlvaIKICAgICAgICAgICAgY3R4LnNoYWRvd0JsdXIgPSA2OwogICAgICAgICAgICBjdHguYmVnaW5QYXRoKCk7CiAgICAgICAgICAgIGN0eC5tb3ZlVG8ocDIueCwgcDIueSAtIHIpOwogICAgICAgICAgICBjdHgubGluZVRvKHAyLnggKyByLCBwMi55KTsKICAgICAgICAgICAgY3R4LmxpbmVUbyhwMi54LCBwMi55ICsgcik7CiAgICAgICAgICAgIGN0eC5saW5lVG8ocDIueCAtIHIsIHAyLnkpOwogICAgICAgICAgICBjdHguY2xvc2VQYXRoKCk7CiAgICAgICAgICAgIGN0eC5maWxsU3R5bGUgPSBTVU1fQ09MT1I7CiAgICAgICAgICAgIGN0eC5maWxsKCk7CiAgICAgICAgICAgIGN0eC5zaGFkb3dCbHVyID0gMDsKICAgICAgICAgICAgY3R4LnN0cm9rZVN0eWxlID0gJ3doaXRlJzsKICAgICAgICAgICAgY3R4LmxpbmVXaWR0aCA9IDI7CiAgICAgICAgICAgIGN0eC5zdHJva2UoKTsKICAgICAgICB9CiAgICAgICAgY3R4LnJlc3RvcmUoKTsKICAgIH0KCiAgICAvLyA9PT09PT09PT09PT09PT09PT09PT09PT09PT09PT09PT09PT09PT09PT09PT09PT09PT09PT09PT09PT09PT09CiAgICAvLyAg5pu05pawIFVJCiAgICAvLyA9PT09PT09PT09PT09PT09PT09PT09PT09PT09PT09PT09PT09PT09PT09PT09PT09PT09PT09PT09PT09PT09CiAgICBmdW5jdGlvbiB1cGRhdGVVSSgpIHsKICAgICAgICBsZXQgaHRtbCA9ICcnOwogICAgICAgIGZvciAobGV0IGkgPSAwOyBpIDwgdmVjdG9ycy5sZW5ndGg7IGkrKykgewogICAgICAgICAgICBjb25zdCB2ID0gdmVjdG9yc1tpXTsKICAgICAgICAgICAgY29uc3QgZHggPSB2LmVuZFggLSB2LnN0YXJ0WDsKICAgICAgICAgICAgY29uc3QgZHkgPSB2LmVuZFkgLSB2LnN0YXJ0WTsKICAgICAgICAgICAgY29uc3QgbWFnID0gdmVjTWFnKGR4LCBkeSk7CiAgICAgICAgICAgIGNvbnN0IGFuZyA9IHZlY0FuZ2xlKGR4LCBkeSk7CiAgICAgICAgICAgIGNvbnN0IGFuZ1N0ciA9IChhbmcgIT09IG51bGwpID8gYW5nLnRvRml4ZWQoMSkgKyAnwrAnIDogJ+KAlCc7CiAgICAgICAgICAgIGh0bWwgKz0gYAogICAgICAgICAgICAgICAgPGRpdiBjbGFzcz0idmVjdG9yLWl0ZW0iPgogICAgICAgICAgICAgICAgICAgIDxzcGFuIGNsYXNzPSJkb3QiIHN0eWxlPSJiYWNrZ3JvdW5kOiR7di5jb2xvcn07Ij48L3NwYW4+CiAgICAgICAgICAgICAgICAgICAgPHNwYW4gY2xhc3M9InYtbGFiZWwiPiR7di5sYWJlbH08L3NwYW4+CiAgICAgICAgICAgICAgICAgICAgPHNwYW4gY2xhc3M9InYtZGF0YSI+CiAgICAgICAgICAgICAgICAgICAgICAgICgke3Yuc3RhcnRYLnRvRml4ZWQoMil9LCAke3Yuc3RhcnRZLnRvRml4ZWQoMil9KSDihpIgKCR7di5lbmRYLnRvRml4ZWQoMil9LCAke3YuZW5kWS50b0ZpeGVkKDIpfSkKICAgICAgICAgICAgICAgICAgICAgICAgPHNwYW4+fHZ8ID0gJHttYWcudG9GaXhlZCgyKX08L3NwYW4+CiAgICAgICAgICAgICAgICAgICAgICAgIDxzcGFuPs64ID0gJHthbmdTdHJ9PC9zcGFuPgogICAgICAgICAgICAgICAgICAgIDwvc3Bhbj4KICAgICAgICAgICAgICAgIDwvZGl2PgogICAgICAgICAgICBgOwogICAgICAgIH0KICAgICAgICB2ZWN0b3JMaXN0RWwuaW5uZXJIVE1MID0gaHRtbDsKCiAgICAgICAgY29uc3Qgc3VtID0gZ2V0U3VtVmVjdG9yKCk7CiAgICAgICAgY29uc3Qgc01hZyA9IHZlY01hZyhzdW0ueCwgc3VtLnkpOwogICAgICAgIGNvbnN0IHNBbmcgPSB2ZWNBbmdsZShzdW0ueCwgc3VtLnkpOwogICAgICAgIGNvbnN0IHNBbmdTdHIgPSAoc0FuZyAhPT0gbnVsbCkgPyBzQW5nLnRvRml4ZWQoMSkgKyAnwrAnIDogJ+KAlCc7CiAgICAgICAgaWYgKHZlY3RvcnMubGVuZ3RoID49IDIpIHsKICAgICAgICAgICAgc3VtRGF0YUVsLmlubmVySFRNTCA9IGAKICAgICAgICAgICAgICAgIDxzcGFuIHN0eWxlPSJmb250LXdlaWdodDo2MDA7Ij52X3N1bSA9ICgke3N1bS54LnRvRml4ZWQoMil9LCAke3N1bS55LnRvRml4ZWQoMil9KTwvc3Bhbj4KICAgICAgICAgICAgICAgIDxzcGFuIHN0eWxlPSJtYXJnaW4tbGVmdDoxMHB4OyI+fHZ8ID0gJHtzTWFnLnRvRml4ZWQoMil9PC9zcGFuPgogICAgICAgICAgICAgICAgPHNwYW4gc3R5bGU9Im1hcmdpbi1sZWZ0OjEwcHg7Ij7OuCA9ICR7c0FuZ1N0cn08L3NwYW4+CiAgICAgICAgICAgIGA7CiAgICAgICAgfSBlbHNlIHsKICAgICAgICAgICAgc3VtRGF0YUVsLmlubmVySFRNTCA9IGA8c3BhbiBjbGFzcz0idGV4dC1tdXRlZCI+6ZyA6KaB6Iez5bCRMuS4quWQkemHj+i/m+ihjOWKoOazlTwvc3Bhbj5gOwogICAgICAgIH0KCiAgICAgICAgYWRkQnRuLmRpc2FibGVkID0gKHZlY3RvcnMubGVuZ3RoID49IE1BWF9WRUNUT1JTKTsKICAgICAgICByZW1vdmVCdG4uZGlzYWJsZWQgPSAodmVjdG9ycy5sZW5ndGggPT09IDApOwogICAgfQoKICAgIC8vID09PT09PT09PT09PT09PT09PT09PT09PT09PT09PT09PT09PT09PT09PT09PT09PT09PT09PT09PT09PT09PT0KICAgIC8vICDkuqTkupIgKOm8oOaghyAvIOinpuaRuCkg4oCUIOajgOa1i+i1t+eCueOAgee7iOeCueOAgee6v+autQogICAgLy8gPT09PT09PT09PT09PT09PT09PT09PT09PT09PT09PT09PT09PT09PT09PT09PT09PT09PT09PT09PT09PT09PQogICAgZnVuY3Rpb24gZ2V0Q2FudmFzQ29vcmRzKGUpIHsKICAgICAgICBjb25zdCByZWN0ID0gY2FudmFzLmdldEJvdW5kaW5nQ2xpZW50UmVjdCgpOwogICAgICAgIGNvbnN0IHNjYWxlWCA9IGNhbnZhcy53aWR0aCAvIHJlY3Qud2lkdGg7CiAgICAgICAgY29uc3Qgc2NhbGVZID0gY2FudmFzLmhlaWdodCAvIHJlY3QuaGVpZ2h0OwogICAgICAgIGxldCBjeCwgY3k7CiAgICAgICAgaWYgKGUudG91Y2hlcykgewogICAgICAgICAgICBjeCA9IChlLnRvdWNoZXNbMF0uY2xpZW50WCAtIHJlY3QubGVmdCkgKiBzY2FsZVg7CiAgICAgICAgICAgIGN5ID0gKGUudG91Y2hlc1swXS5jbGllbnRZIC0gcmVjdC50b3ApICogc2NhbGVZOwogICAgICAgIH0gZWxzZSB7CiAgICAgICAgICAgIGN4ID0gKGUuY2xpZW50WCAtIHJlY3QubGVmdCkgKiBzY2FsZVg7CiAgICAgICAgICAgIGN5ID0gKGUuY2xpZW50WSAtIHJlY3QudG9wKSAqIHNjYWxlWTsKICAgICAgICB9CiAgICAgICAgcmV0dXJuIHsgY3gsIGN5IH07CiAgICB9CgogICAgZnVuY3Rpb24gZGlzdFRvU2VnbWVudChweCwgcHksIGF4LCBheSwgYngsIGJ5KSB7CiAgICAgICAgY29uc3QgZHggPSBieCAtIGF4LCBkeSA9IGJ5IC0gYXk7CiAgICAgICAgY29uc3QgbGVuU3EgPSBkeCpkeCArIGR5KmR5OwogICAgICAgIGlmIChsZW5TcSA9PT0gMCkgcmV0dXJuIE1hdGguaHlwb3QocHgtYXgsIHB5LWF5KTsKICAgICAgICBsZXQgdCA9ICgocHgtYXgpKmR4ICsgKHB5LWF5KSpkeSkgLyBsZW5TcTsKICAgICAgICB0ID0gTWF0aC5tYXgoMCwgTWF0aC5taW4oMSwgdCkpOwogICAgICAgIGNvbnN0IG5lYXJYID0gYXggKyB0KmR4OwogICAgICAgIGNvbnN0IG5lYXJZID0gYXkgKyB0KmR5OwogICAgICAgIHJldHVybiBNYXRoLmh5cG90KHB4LW5lYXJYLCBweS1uZWFyWSk7CiAgICB9CgogICAgZnVuY3Rpb24gaGl0VGVzdChjeCwgY3kpIHsKICAgICAgICBmb3IgKGxldCBpID0gdmVjdG9ycy5sZW5ndGggLSAxOyBpID49IDA7IGktLSkgewogICAgICAgICAgICBjb25zdCB2ID0gdmVjdG9yc1tpXTsKICAgICAgICAgICAgY29uc3QgcFN0YXJ0ID0gdG9DYW52YXModi5zdGFydFgsIHYuc3RhcnRZKTsKICAgICAgICAgICAgY29uc3QgcEVuZCA9IHRvQ2FudmFzKHYuZW5kWCwgdi5lbmRZKTsKICAgICAgICAgICAgLy8g5qOA5rWL6LW354K55ZyG54K5CiAgICAgICAgICAgIGlmIChNYXRoLmh5cG90KGN4IC0gcFN0YXJ0LngsIGN5IC0gcFN0YXJ0LnkpIDwgSElUX1RIUkVTSE9MRCkgewogICAgICAgICAgICAgICAgcmV0dXJuIHsgaW5kZXg6IGksIHRhcmdldDogJ3N0YXJ0JyB9OwogICAgICAgICAgICB9CiAgICAgICAgICAgIC8vIOajgOa1i+e7iOeCueWchueCuQogICAgICAgICAgICBpZiAoTWF0aC5oeXBvdChjeCAtIHBFbmQueCwgY3kgLSBwRW5kLnkpIDwgSElUX1RIUkVTSE9MRCkgewogICAgICAgICAgICAgICAgcmV0dXJuIHsgaW5kZXg6IGksIHRhcmdldDogJ2VuZCcgfTsKICAgICAgICAgICAgfQogICAgICAgICAgICAvLyDmo4DmtYvnur/mrrXkuK3pl7QKICAgICAgICAgICAgY29uc3QgZGlzdCA9IGRpc3RUb1NlZ21lbnQoY3gsIGN5LCBwU3RhcnQueCwgcFN0YXJ0LnksIHBFbmQueCwgcEVuZC55KTsKICAgICAgICAgICAgaWYgKGRpc3QgPCBISVRfVEhSRVNIT0xEICYmIGRpc3QgPiAwKSB7CiAgICAgICAgICAgICAgICByZXR1cm4geyBpbmRleDogaSwgdGFyZ2V0OiAnYm9keScgfTsKICAgICAgICAgICAgfQogICAgICAgIH0KICAgICAgICByZXR1cm4gbnVsbDsKICAgIH0KCiAgICBmdW5jdGlvbiBvblBvaW50ZXJEb3duKGUpIHsKICAgICAgICBlLnByZXZlbnREZWZhdWx0KCk7CiAgICAgICAgY29uc3QgeyBjeCwgY3kgfSA9IGdldENhbnZhc0Nvb3JkcyhlKTsKICAgICAgICBjb25zdCBoaXQgPSBoaXRUZXN0KGN4LCBjeSk7CiAgICAgICAgaWYgKGhpdCkgewogICAgICAgICAgICBkcmFnSW5kZXggPSBoaXQuaW5kZXg7CiAgICAgICAgICAgIGRyYWdUYXJnZXQgPSBoaXQudGFyZ2V0OwogICAgICAgICAgICBpc0RyYWdnaW5nID0gdHJ1ZTsKICAgICAgICAgICAgY2FudmFzLnN0eWxlLmN1cnNvciA9ICdncmFiYmluZyc7CiAgICAgICAgICAgIGlmIChoaXQudGFyZ2V0ID09PSAnYm9keScpIHsKICAgICAgICAgICAgICAgIGNvbnN0IHYgPSB2ZWN0b3JzW2hpdC5pbmRleF07CiAgICAgICAgICAgICAgICBjb25zdCBsb2dpY2FsID0gdG9Mb2dpY2FsKGN4LCBjeSk7CiAgICAgICAgICAgICAgICBjb25zdCBtaWRYID0gKHYuc3RhcnRYICsgdi5lbmRYKSAvIDI7CiAgICAgICAgICAgICAgICBjb25zdCBtaWRZID0gKHYuc3RhcnRZICsgdi5lbmRZKSAvIDI7CiAgICAgICAgICAgICAgICBkcmFnT2Zmc2V0WCA9IGxvZ2ljYWwueCAtIG1pZFg7CiAgICAgICAgICAgICAgICBkcmFnT2Zmc2V0WSA9IGxvZ2ljYWwueSAtIG1pZFk7CiAgICAgICAgICAgIH0KICAgICAgICAgICAgZHJhdygpOwogICAgICAgIH0KICAgIH0KCiAgICBmdW5jdGlvbiBvblBvaW50ZXJNb3ZlKGUpIHsKICAgICAgICBlLnByZXZlbnREZWZhdWx0KCk7CiAgICAgICAgY29uc3QgeyBjeCwgY3kgfSA9IGdldENhbnZhc0Nvb3JkcyhlKTsKICAgICAgICBpZiAoaXNEcmFnZ2luZyAmJiBkcmFnSW5kZXggIT09IG51bGwpIHsKICAgICAgICAgICAgY29uc3QgdiA9IHZlY3RvcnNbZHJhZ0luZGV4XTsKICAgICAgICAgICAgY29uc3QgbG9naWNhbCA9IHRvTG9naWNhbChjeCwgY3kpOwogICAgICAgICAgICBpZiAoZHJhZ1RhcmdldCA9PT0gJ3N0YXJ0JykgewogICAgICAgICAgICAgICAgY29uc3QgY2xhbXBlZCA9IGNsYW1wTG9naWNhbChsb2dpY2FsLngsIGxvZ2ljYWwueSk7CiAgICAgICAgICAgICAgICB2LnN0YXJ0WCA9IGNsYW1wZWQueDsKICAgICAgICAgICAgICAgIHYuc3RhcnRZID0gY2xhbXBlZC55OwogICAgICAgICAgICB9IGVsc2UgaWYgKGRyYWdUYXJnZXQgPT09ICdlbmQnKSB7CiAgICAgICAgICAgICAgICBjb25zdCBjbGFtcGVkID0gY2xhbXBMb2dpY2FsKGxvZ2ljYWwueCwgbG9naWNhbC55KTsKICAgICAgICAgICAgICAgIHYuZW5kWCA9IGNsYW1wZWQueDsKICAgICAgICAgICAgICAgIHYuZW5kWSA9IGNsYW1wZWQueTsKICAgICAgICAgICAgfSBlbHNlIGlmIChkcmFnVGFyZ2V0ID09PSAnYm9keScpIHsKICAgICAgICAgICAgICAgIGNvbnN0IG1pZFggPSAodi5zdGFydFggKyB2LmVuZFgpIC8gMjsKICAgICAgICAgICAgICAgIGNvbnN0IG1pZFkgPSAodi5zdGFydFkgKyB2LmVuZFkpIC8gMjsKICAgICAgICAgICAgICAgIGNvbnN0IG5ld01pZFggPSBsb2dpY2FsLnggLSBkcmFnT2Zmc2V0WDsKICAgICAgICAgICAgICAgIGNvbnN0IG5ld01pZFkgPSBsb2dpY2FsLnkgLSBkcmFnT2Zmc2V0WTsKICAgICAgICAgICAgICAgIGNvbnN0IGRpZmZYID0gbmV3TWlkWCAtIG1pZFg7CiAgICAgICAgICAgICAgICBjb25zdCBkaWZmWSA9IG5ld01pZFkgLSBtaWRZOwogICAgICAgICAgICAgICAgbGV0IG5ld1N0YXJ0WCA9IHYuc3RhcnRYICsgZGlmZlg7CiAgICAgICAgICAgICAgICBsZXQgbmV3U3RhcnRZID0gdi5zdGFydFkgKyBkaWZmWTsKICAgICAgICAgICAgICAgIGxldCBuZXdFbmRYID0gdi5lbmRYICsgZGlmZlg7CiAgICAgICAgICAgICAgICBsZXQgbmV3RW5kWSA9IHYuZW5kWSArIGRpZmZZOwogICAgICAgICAgICAgICAgY29uc3QgbWFyZ2luID0gMC4zOwogICAgICAgICAgICAgICAgY29uc3QgbWluWCA9IFhfTUlOICsgbWFyZ2luLCBtYXhYID0gWF9NQVggLSBtYXJnaW47CiAgICAgICAgICAgICAgICBjb25zdCBtaW5ZID0gWV9NSU4gKyBtYXJnaW4sIG1heFkgPSBZX01BWCAtIG1hcmdpbjsKICAgICAgICAgICAgICAgIGNvbnN0IG1pblZYID0gTWF0aC5taW4obmV3U3RhcnRYLCBuZXdFbmRYKTsKICAgICAgICAgICAgICAgIGNvbnN0IG1heFZYID0gTWF0aC5tYXgobmV3U3RhcnRYLCBuZXdFbmRYKTsKICAgICAgICAgICAgICAgIGNvbnN0IG1pblZZID0gTWF0aC5taW4obmV3U3RhcnRZLCBuZXdFbmRZKTsKICAgICAgICAgICAgICAgIGNvbnN0IG1heFZZID0gTWF0aC5tYXgobmV3U3RhcnRZLCBuZXdFbmRZKTsKICAgICAgICAgICAgICAgIGxldCBzaGlmdFggPSAwLCBzaGlmdFkgPSAwOwogICAgICAgICAgICAgICAgaWYgKG1pblZYIDwgbWluWCkgc2hpZnRYID0gbWluWCAtIG1pblZYOwogICAgICAgICAgICAgICAgZWxzZSBpZiAobWF4VlggPiBtYXhYKSBzaGlmdFggPSBtYXhYIC0gbWF4Vlg7CiAgICAgICAgICAgICAgICBpZiAobWluVlkgPCBtaW5ZKSBzaGlmdFkgPSBtaW5ZIC0gbWluVlk7CiAgICAgICAgICAgICAgICBlbHNlIGlmIChtYXhWWSA+IG1heFkpIHNoaWZ0WSA9IG1heFkgLSBtYXhWWTsKICAgICAgICAgICAgICAgIG5ld1N0YXJ0WCArPSBzaGlmdFg7CiAgICAgICAgICAgICAgICBuZXdTdGFydFkgKz0gc2hpZnRZOwogICAgICAgICAgICAgICAgbmV3RW5kWCArPSBzaGlmdFg7CiAgICAgICAgICAgICAgICBuZXdFbmRZICs9IHNoaWZ0WTsKICAgICAgICAgICAgICAgIHYuc3RhcnRYID0gbmV3U3RhcnRYOwogICAgICAgICAgICAgICAgdi5zdGFydFkgPSBuZXdTdGFydFk7CiAgICAgICAgICAgICAgICB2LmVuZFggPSBuZXdFbmRYOwogICAgICAgICAgICAgICAgdi5lbmRZID0gbmV3RW5kWTsKICAgICAgICAgICAgfQogICAgICAgICAgICBkcmF3KCk7CiAgICAgICAgICAgIHVwZGF0ZVVJKCk7CiAgICAgICAgfSBlbHNlIHsKICAgICAgICAgICAgY29uc3QgaGl0ID0gaGl0VGVzdChjeCwgY3kpOwogICAgICAgICAgICBjYW52YXMuc3R5bGUuY3Vyc29yID0gaGl0ID8gJ2dyYWInIDogJ2RlZmF1bHQnOwogICAgICAgIH0KICAgIH0KCiAgICBmdW5jdGlvbiBvblBvaW50ZXJVcChlKSB7CiAgICAgICAgZS5wcmV2ZW50RGVmYXVsdCgpOwogICAgICAgIGlmIChpc0RyYWdnaW5nKSB7CiAgICAgICAgICAgIGlzRHJhZ2dpbmcgPSBmYWxzZTsKICAgICAgICAgICAgZHJhZ0luZGV4ID0gbnVsbDsKICAgICAgICAgICAgZHJhZ1RhcmdldCA9IG51bGw7CiAgICAgICAgICAgIGNhbnZhcy5zdHlsZS5jdXJzb3IgPSAnZGVmYXVsdCc7CiAgICAgICAgICAgIGRyYXcoKTsKICAgICAgICAgICAgdXBkYXRlVUkoKTsKICAgICAgICB9CiAgICB9CgogICAgY2FudmFzLmFkZEV2ZW50TGlzdGVuZXIoJ21vdXNlZG93bicsIG9uUG9pbnRlckRvd24pOwogICAgd2luZG93LmFkZEV2ZW50TGlzdGVuZXIoJ21vdXNlbW92ZScsIG9uUG9pbnRlck1vdmUpOwogICAgd2luZG93LmFkZEV2ZW50TGlzdGVuZXIoJ21vdXNldXAnLCBvblBvaW50ZXJVcCk7CiAgICBjYW52YXMuYWRkRXZlbnRMaXN0ZW5lcigndG91Y2hzdGFydCcsIChlKSA9PiB7IGUucHJldmVudERlZmF1bHQoKTsgb25Qb2ludGVyRG93bihlKTsgfSk7CiAgICB3aW5kb3cuYWRkRXZlbnRMaXN0ZW5lcigndG91Y2htb3ZlJywgKGUpID0+IHsgZS5wcmV2ZW50RGVmYXVsdCgpOyBvblBvaW50ZXJNb3ZlKGUpOyB9KTsKICAgIHdpbmRvdy5hZGRFdmVudExpc3RlbmVyKCd0b3VjaGVuZCcsIChlKSA9PiB7IGUucHJldmVudERlZmF1bHQoKTsgb25Qb2ludGVyVXAoZSk7IH0pOwoKICAgIC8vID09PT09PT09PT09PT09PT09PT09PT09PT09PT09PT09PT09PT09PT09PT09PT09PT09PT09PT09PT09PT09PT0KICAgIC8vICDmjqfliLblh73mlbAKICAgIC8vID09PT09PT09PT09PT09PT09PT09PT09PT09PT09PT09PT09PT09PT09PT09PT09PT09PT09PT09PT09PT09PT0KICAgIGZ1bmN0aW9uIGFkZFZlY3RvcigpIHsKICAgICAgICBpZiAodmVjdG9ycy5sZW5ndGggPj0gTUFYX1ZFQ1RPUlMpIHJldHVybjsKICAgICAgICBjb25zdCBpZHggPSB2ZWN0b3JzLmxlbmd0aDsKICAgICAgICBjb25zdCBjb2xvciA9IENPTE9SU1tpZHggJSBDT0xPUlMubGVuZ3RoXTsKICAgICAgICBjb25zdCBzdGFydFggPSAoTWF0aC5yYW5kb20oKSAtIDAuNSkgKiAyOwogICAgICAgIGNvbnN0IHN0YXJ0WSA9IChNYXRoLnJhbmRvbSgpIC0gMC41KSAqIDI7CiAgICAgICAgY29uc3QgZW5kWCA9IHN0YXJ0WCArIDIgKyBNYXRoLnJhbmRvbSgpICogMzsKICAgICAgICBjb25zdCBlbmRZID0gc3RhcnRZICsgMSArIE1hdGgucmFuZG9tKCkgKiAzOwogICAgICAgIHZlY3RvcnMucHVzaCh7CiAgICAgICAgICAgIGlkOiBuZXh0SWQrKywKICAgICAgICAgICAgc3RhcnRYOiBzdGFydFgsCiAgICAgICAgICAgIHN0YXJ0WTogc3RhcnRZLAogICAgICAgICAgICBlbmRYOiBlbmRYLAogICAgICAgICAgICBlbmRZOiBlbmRZLAogICAgICAgICAgICBjb2xvcjogY29sb3IubWFpbiwKICAgICAgICAgICAgbGFiZWw6IGNvbG9yLmxhYmVsLAogICAgICAgIH0pOwogICAgICAgIGRyYXcoKTsKICAgICAgICB1cGRhdGVVSSgpOwogICAgfQoKICAgIGZ1bmN0aW9uIHJlbW92ZVZlY3RvcigpIHsKICAgICAgICBpZiAodmVjdG9ycy5sZW5ndGggPT09IDApIHJldHVybjsKICAgICAgICB2ZWN0b3JzLnBvcCgpOwogICAgICAgIGRyYXcoKTsKICAgICAgICB1cGRhdGVVSSgpOwogICAgfQoKICAgIGZ1bmN0aW9uIHJlc2V0VmVjdG9ycygpIHsKICAgICAgICB2ZWN0b3JzID0gW107CiAgICAgICAgbmV4dElkID0gMTsKICAgICAgICBkcmF3KCk7CiAgICAgICAgdXBkYXRlVUkoKTsKICAgIH0KCiAgICBhZGRCdG4uYWRkRXZlbnRMaXN0ZW5lcignY2xpY2snLCBhZGRWZWN0b3IpOwogICAgcmVtb3ZlQnRuLmFkZEV2ZW50TGlzdGVuZXIoJ2NsaWNrJywgcmVtb3ZlVmVjdG9yKTsKICAgIHJlc2V0QnRuLmFkZEV2ZW50TGlzdGVuZXIoJ2NsaWNrJywgcmVzZXRWZWN0b3JzKTsKCiAgICBkcmF3KCk7CiAgICB1cGRhdGVVSSgpOwoKICAgIGxldCByZXNpemVUaW1lcjsKICAgIHdpbmRvdy5hZGRFdmVudExpc3RlbmVyKCdyZXNpemUnLCAoKSA9PiB7CiAgICAgICAgY2xlYXJUaW1lb3V0KHJlc2l6ZVRpbWVyKTsKICAgICAgICByZXNpemVUaW1lciA9IHNldFRpbWVvdXQoKCkgPT4geyBkcmF3KCk7IH0sIDEwMCk7CiAgICB9KTsKICAgIHdpbmRvdy5hZGRFdmVudExpc3RlbmVyKCdsb2FkJywgKCkgPT4geyBkcmF3KCk7IH0pOwo8L3NjcmlwdD4KPC9ib2R5Pgo8L2h0bWw+">30917388-cdb6-4ede-b175-093731451c68.html</fileName>
</root>
</file>

<file path=customXml/itemProps67.xml><?xml version="1.0" encoding="utf-8"?>
<ds:datastoreItem xmlns:ds="http://schemas.openxmlformats.org/officeDocument/2006/customXml" ds:itemID="{0e858858-3648-44a0-a4ad-d4390ec3369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WPS 演示</Application>
  <PresentationFormat>宽屏</PresentationFormat>
  <Paragraphs>2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矢量位移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opc</cp:lastModifiedBy>
  <cp:revision>255</cp:revision>
  <dcterms:created xsi:type="dcterms:W3CDTF">2019-06-19T02:08:00Z</dcterms:created>
  <dcterms:modified xsi:type="dcterms:W3CDTF">2026-09-04T01:58:31Z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008B0BD76A6549AC98E7EE1503143B68_11</vt:lpwstr>
  </property>
  <property fmtid="{D5CDD505-2E9C-101B-9397-08002B2CF9AE}" pid="4" name="xmlpartIdOfHtml">
    <vt:lpwstr>{0e858858-3648-44a0-a4ad-d4390ec3369b}</vt:lpwstr>
  </property>
</Properties>
</file>